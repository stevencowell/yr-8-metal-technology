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0f7ebf9564d7c" /><Relationship Type="http://schemas.openxmlformats.org/officeDocument/2006/relationships/extended-properties" Target="/docProps/app.xml" Id="Rb04f92c261004869" /><Relationship Type="http://schemas.openxmlformats.org/officeDocument/2006/relationships/officeDocument" Target="/ppt/presentation.xml" Id="R86e2deda8556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8aac427b843ae"/>
  </p:sldMasterIdLst>
  <p:notesMasterIdLst>
    <p:notesMasterId xmlns:r="http://schemas.openxmlformats.org/officeDocument/2006/relationships" r:id="R8bd47194c6fa4c60"/>
  </p:notesMasterIdLst>
  <p:sldIdLst>
    <p:sldId xmlns:r="http://schemas.openxmlformats.org/officeDocument/2006/relationships" id="256" r:id="Rea7e5d19d19b41a6"/>
    <p:sldId xmlns:r="http://schemas.openxmlformats.org/officeDocument/2006/relationships" id="257" r:id="Rde3f4e7eeff24fa5"/>
    <p:sldId xmlns:r="http://schemas.openxmlformats.org/officeDocument/2006/relationships" id="258" r:id="R09e968a90d39408d"/>
    <p:sldId xmlns:r="http://schemas.openxmlformats.org/officeDocument/2006/relationships" id="259" r:id="R94f7a7cd64244ff6"/>
    <p:sldId xmlns:r="http://schemas.openxmlformats.org/officeDocument/2006/relationships" id="260" r:id="Rb0e942c22c7b4d9a"/>
    <p:sldId xmlns:r="http://schemas.openxmlformats.org/officeDocument/2006/relationships" id="261" r:id="R86e8f19f153b47ba"/>
    <p:sldId xmlns:r="http://schemas.openxmlformats.org/officeDocument/2006/relationships" id="262" r:id="R5e7afe433c4c4047"/>
    <p:sldId xmlns:r="http://schemas.openxmlformats.org/officeDocument/2006/relationships" id="263" r:id="R44997f82adc4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0734eac964dee" /><Relationship Type="http://schemas.openxmlformats.org/officeDocument/2006/relationships/slideMaster" Target="/ppt/slideMasters/slideMaster1.xml" Id="Rb5f8aac427b843ae" /><Relationship Type="http://schemas.openxmlformats.org/officeDocument/2006/relationships/notesMaster" Target="/ppt/notesMasters/notesMaster1.xml" Id="R8bd47194c6fa4c60" /><Relationship Type="http://schemas.openxmlformats.org/officeDocument/2006/relationships/presProps" Target="/ppt/presProps.xml" Id="R7b2ca1fe85f54e8c" /><Relationship Type="http://schemas.openxmlformats.org/officeDocument/2006/relationships/tableStyles" Target="/ppt/tableStyles.xml" Id="Ra7c5fe88302c459d" /><Relationship Type="http://schemas.openxmlformats.org/officeDocument/2006/relationships/slide" Target="/ppt/slides/slide1.xml" Id="Rea7e5d19d19b41a6" /><Relationship Type="http://schemas.openxmlformats.org/officeDocument/2006/relationships/slide" Target="/ppt/slides/slide2.xml" Id="Rde3f4e7eeff24fa5" /><Relationship Type="http://schemas.openxmlformats.org/officeDocument/2006/relationships/slide" Target="/ppt/slides/slide3.xml" Id="R09e968a90d39408d" /><Relationship Type="http://schemas.openxmlformats.org/officeDocument/2006/relationships/slide" Target="/ppt/slides/slide4.xml" Id="R94f7a7cd64244ff6" /><Relationship Type="http://schemas.openxmlformats.org/officeDocument/2006/relationships/slide" Target="/ppt/slides/slide5.xml" Id="Rb0e942c22c7b4d9a" /><Relationship Type="http://schemas.openxmlformats.org/officeDocument/2006/relationships/slide" Target="/ppt/slides/slide6.xml" Id="R86e8f19f153b47ba" /><Relationship Type="http://schemas.openxmlformats.org/officeDocument/2006/relationships/slide" Target="/ppt/slides/slide7.xml" Id="R5e7afe433c4c4047" /><Relationship Type="http://schemas.openxmlformats.org/officeDocument/2006/relationships/slide" Target="/ppt/slides/slide8.xml" Id="R44997f82adc4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07cf19243e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e952207b04d25" /><Relationship Type="http://schemas.openxmlformats.org/officeDocument/2006/relationships/notesMaster" Target="/ppt/notesMasters/notesMaster1.xml" Id="Rb40a190ce4e348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2e82b73e547e3" /><Relationship Type="http://schemas.openxmlformats.org/officeDocument/2006/relationships/notesMaster" Target="/ppt/notesMasters/notesMaster1.xml" Id="Rf928ed7e2598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2a4fe578f145db" /><Relationship Type="http://schemas.openxmlformats.org/officeDocument/2006/relationships/notesMaster" Target="/ppt/notesMasters/notesMaster1.xml" Id="R007a930415b947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32821fafb44bf" /><Relationship Type="http://schemas.openxmlformats.org/officeDocument/2006/relationships/notesMaster" Target="/ppt/notesMasters/notesMaster1.xml" Id="R5914557aea8e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1111280494f0e" /><Relationship Type="http://schemas.openxmlformats.org/officeDocument/2006/relationships/notesMaster" Target="/ppt/notesMasters/notesMaster1.xml" Id="Rae07559da00f4a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5971683e4f47a9" /><Relationship Type="http://schemas.openxmlformats.org/officeDocument/2006/relationships/notesMaster" Target="/ppt/notesMasters/notesMaster1.xml" Id="R59dd770b7282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3dad5f16544ec3" /><Relationship Type="http://schemas.openxmlformats.org/officeDocument/2006/relationships/notesMaster" Target="/ppt/notesMasters/notesMaster1.xml" Id="R30b12fe7aa8849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9054c0efb4717" /><Relationship Type="http://schemas.openxmlformats.org/officeDocument/2006/relationships/notesMaster" Target="/ppt/notesMasters/notesMaster1.xml" Id="Rb9ffbba75700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5e4213339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1d7bbb9aa45f1" /><Relationship Type="http://schemas.openxmlformats.org/officeDocument/2006/relationships/slideLayout" Target="/ppt/slideLayouts/slideLayout1.xml" Id="R378ece4cc019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ece4cc019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0881f4594635" /><Relationship Type="http://schemas.openxmlformats.org/officeDocument/2006/relationships/notesSlide" Target="/ppt/notesSlides/notesSlide1.xml" Id="Rcf45849ce3d2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92e0402d740d4" /><Relationship Type="http://schemas.openxmlformats.org/officeDocument/2006/relationships/notesSlide" Target="/ppt/notesSlides/notesSlide2.xml" Id="R02c1ff790b99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303e59a5448e3" /><Relationship Type="http://schemas.openxmlformats.org/officeDocument/2006/relationships/notesSlide" Target="/ppt/notesSlides/notesSlide3.xml" Id="R1ffe3fbd089c47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594bb7d254665" /><Relationship Type="http://schemas.openxmlformats.org/officeDocument/2006/relationships/notesSlide" Target="/ppt/notesSlides/notesSlide4.xml" Id="Rb2644fe478c84d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dfccd157d4c11" /><Relationship Type="http://schemas.openxmlformats.org/officeDocument/2006/relationships/notesSlide" Target="/ppt/notesSlides/notesSlide5.xml" Id="Rfce94ed5892446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8cc7082cb44a2" /><Relationship Type="http://schemas.openxmlformats.org/officeDocument/2006/relationships/notesSlide" Target="/ppt/notesSlides/notesSlide6.xml" Id="Racc098b9fc8d4b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5c2e0b734cd9" /><Relationship Type="http://schemas.openxmlformats.org/officeDocument/2006/relationships/notesSlide" Target="/ppt/notesSlides/notesSlide7.xml" Id="R8e5a13176b4948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3ebb2f23e4b5f" /><Relationship Type="http://schemas.openxmlformats.org/officeDocument/2006/relationships/notesSlide" Target="/ppt/notesSlides/notesSlide8.xml" Id="Rc9e7c570dd1440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2031C597-0858-45C1-AA71-5E2EB63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E57225-5249-4BA1-995E-F0856FE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Join, assemble and protect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928544AE-348E-4BA8-805D-053DE3E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Trial fit components, complete the teacher-approved joining process and prepare the outdoor project for a durable finish.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69891730-7E69-4AC8-A36A-E57307F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7–8</a:t>
            </a:r>
          </a:p>
        </p:txBody>
      </p:sp>
    </p:spTree>
    <p:extLst>
      <p:ext uri="{BB962C8B-B14F-4D97-AF65-F5344CB8AC3E}">
        <p14:creationId xmlns:p14="http://schemas.microsoft.com/office/powerpoint/2010/main" val="1212710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65B3213-7B4B-4486-888B-42129B7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D56AD-5124-4E78-B106-12013C2D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E2517C-45CC-4518-9C85-C36517DB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75280165-99A1-4860-BD14-EDA5D767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3DE7A2D4-B688-468D-A888-AB267ED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1A18D788-8167-4FD0-9723-52CCE14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parts be dry checked before joining?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92EB2C6E-A1B4-4487-9330-A1FB5242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6A188390-3521-468C-B91F-71D15FC8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CBE77AB0-0E22-480B-9A95-195F6D5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the finished project need corrosion protection?</a:t>
            </a:r>
          </a:p>
        </p:txBody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8F37BB4A-9D2F-4032-88EE-14439B1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8E74C63F-B0F6-4C69-BFFF-B66301B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2291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71681BF-4EEF-4B0F-B66A-FF4AB2F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12E9E-E406-484F-893C-91F42D1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6F7581-7813-47AB-AE5B-00CE3123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8A6F9AB8-BB1E-4C70-BF48-FDC8BFB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E209DAC8-05EF-4675-81C0-32388336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3DAEE265-33AA-44ED-85C6-57E6AFDB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Assembly quality: fit, alignment and finish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617DF042-9C8B-46DA-B35C-252F3E6C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2E45FAE3-44F8-42B9-9B92-53D48B4F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10E4C08B-FED4-4D05-B3B3-B70F4DD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and complete the approved joint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CEB389EF-D48E-4299-AD1C-77BEEFC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06B39621-C672-42A5-B909-410AF4F1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212948AD-3A4D-44D3-84A4-4BE85FEF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Prepare for corrosion protection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60C4038-CE91-422C-B677-9FF7185B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1F49889-51CA-42FB-A676-0F4C60E0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0580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64DF5B5-D381-41EE-A8BF-9DA200E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E15450-B9F7-4200-ABFC-E4C02340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Assembly quality: fit, alignment and finish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DF99D5-AECB-4B0B-A383-775D41D2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F664A3B8-8ACE-4E1A-9650-4B92F7F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Before permanent assembly, each part should be dry checked against the teacher-issued plan.</a:t>
            </a:r>
          </a:p>
        </p:txBody>
      </p:sp>
      <p:sp>
        <p:nvSpPr>
          <p:cNvPr id="5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01F140FE-218C-4B77-905A-A076B9D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good finish begins with careful surface preparation.</a:t>
            </a:r>
          </a:p>
        </p:txBody>
      </p:sp>
      <p:sp>
        <p:nvSpPr>
          <p:cNvPr id="6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B89542A1-4048-420E-A34F-ACB86D53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Check the fit first, join safely, then prepare and protect the surface.</a:t>
            </a:r>
          </a:p>
        </p:txBody>
      </p:sp>
      <p:sp>
        <p:nvSpPr>
          <p:cNvPr id="7" name="theory-1-callout-panel">
            <a:extLst xmlns:a="http://schemas.openxmlformats.org/drawingml/2006/main">
              <a:ext uri="{FF2B5EF4-FFF2-40B4-BE49-F238E27FC236}">
                <a16:creationId xmlns:a16="http://schemas.microsoft.com/office/drawing/2014/main" id="{4C6A23EA-8E39-4282-9292-8B0E2F8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1-callout">
            <a:extLst xmlns:a="http://schemas.openxmlformats.org/drawingml/2006/main">
              <a:ext uri="{FF2B5EF4-FFF2-40B4-BE49-F238E27FC236}">
                <a16:creationId xmlns:a16="http://schemas.microsoft.com/office/drawing/2014/main" id="{F565E52B-AC27-4E40-9275-385CACF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Check the fit first, join safely, then prepare and protect the surface.</a:t>
            </a:r>
          </a:p>
        </p:txBody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F22DF56E-37CB-4E02-BCC3-D1A35B1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E6003988-67F9-4F7E-9580-B3109893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6367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55998BF-3E6E-4E1C-97D4-7F777041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5F646-32F6-4C93-A404-D3DEDA1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and complete the approved joint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0D9EBD-0556-49DB-A6B8-12A7B101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2F3F25F8-F92E-4C8C-A0BF-E064012A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Mechanical fasteners may allow disassembly, while some joining methods create a permanent connection.</a:t>
            </a:r>
          </a:p>
        </p:txBody>
      </p:sp>
      <p:sp>
        <p:nvSpPr>
          <p:cNvPr id="5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193A602E-85D6-4D9C-8194-04B0147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Clean contact surfaces, alignment, access and clamping all affect joint quality.</a:t>
            </a:r>
          </a:p>
        </p:txBody>
      </p:sp>
      <p:sp>
        <p:nvSpPr>
          <p:cNvPr id="6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506C6208-4653-4D96-861C-0AF2D0A7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joint must suit the design, load and classroom process.</a:t>
            </a:r>
          </a:p>
        </p:txBody>
      </p:sp>
      <p:sp>
        <p:nvSpPr>
          <p:cNvPr id="7" name="theory-2-callout-panel">
            <a:extLst xmlns:a="http://schemas.openxmlformats.org/drawingml/2006/main">
              <a:ext uri="{FF2B5EF4-FFF2-40B4-BE49-F238E27FC236}">
                <a16:creationId xmlns:a16="http://schemas.microsoft.com/office/drawing/2014/main" id="{A6C6CA05-5095-4E09-B035-5EF05B6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2-callout">
            <a:extLst xmlns:a="http://schemas.openxmlformats.org/drawingml/2006/main">
              <a:ext uri="{FF2B5EF4-FFF2-40B4-BE49-F238E27FC236}">
                <a16:creationId xmlns:a16="http://schemas.microsoft.com/office/drawing/2014/main" id="{87C7E80F-7E2F-42BD-8C23-1CBEDAC3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 joint must suit the design, load and classroom process.</a:t>
            </a:r>
          </a:p>
        </p:txBody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C7FA106-9545-4BBF-982E-98603F3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C5B777C0-37E8-4A48-B3A3-2D00AE2D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9791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7A354DF-A2DC-4BE0-B304-DBA953D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7D9E2E-EB9F-4A3F-B361-59A41C8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Prepare for corrosion protection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2543B3-1DD0-4E6C-812A-27B7EE1C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7D6E619D-4119-4B2A-B437-6BC3D62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surface must be safe, clean and prepared as directed before any coating is applied.</a:t>
            </a:r>
          </a:p>
        </p:txBody>
      </p:sp>
      <p:sp>
        <p:nvSpPr>
          <p:cNvPr id="5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DF0AEF0F-32E5-437A-B0B0-8CE1CE1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Follow the product instructions and teacher direction for ventilation, PPE, coating and curing.</a:t>
            </a:r>
          </a:p>
        </p:txBody>
      </p:sp>
      <p:sp>
        <p:nvSpPr>
          <p:cNvPr id="6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DFADB295-E1BD-4CC9-A7F7-9B2C2844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finish cannot hide poor preparation; it usually reveals it.</a:t>
            </a:r>
          </a:p>
        </p:txBody>
      </p:sp>
      <p:sp>
        <p:nvSpPr>
          <p:cNvPr id="7" name="theory-3-callout-panel">
            <a:extLst xmlns:a="http://schemas.openxmlformats.org/drawingml/2006/main">
              <a:ext uri="{FF2B5EF4-FFF2-40B4-BE49-F238E27FC236}">
                <a16:creationId xmlns:a16="http://schemas.microsoft.com/office/drawing/2014/main" id="{682FA4A1-52E8-44BB-B58F-5F8BC4B3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3-callout">
            <a:extLst xmlns:a="http://schemas.openxmlformats.org/drawingml/2006/main">
              <a:ext uri="{FF2B5EF4-FFF2-40B4-BE49-F238E27FC236}">
                <a16:creationId xmlns:a16="http://schemas.microsoft.com/office/drawing/2014/main" id="{C1B33319-C5ED-4306-AE7C-430EA88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 finish cannot hide poor preparation; it usually reveals it.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1EE70CA-9326-4747-A993-296B322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F6235B1-67F9-4286-99E9-0BC3E2C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0800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907C73BF-2BF6-41FC-B9F8-197EE37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27710-6C82-4CA4-9789-33BF1F0E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9EC067-6413-42C3-8520-5EAB24F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BA1CFE11-E987-4DB2-88D2-4200E0F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2066AF34-31F7-4CAA-B499-44386E9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3CF72838-72DC-4C16-B51D-4A9EFF18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parts be dry checked before joining?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8772B24E-D285-42C8-A9B2-084AFD0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27F69E20-E90E-4240-A8B3-9F4C69D1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3432EEA0-DDA3-4380-942D-6A811B0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the finished project need corrosion protection?</a:t>
            </a:r>
          </a:p>
        </p:txBody>
      </p:sp>
      <p:sp>
        <p:nvSpPr>
          <p:cNvPr id="1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BC11E798-2FB4-4D73-865F-D5493C8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1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4FDD56ED-212C-41BE-842D-17F2CA6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1789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5872D57-DE17-4545-9793-545A15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FCC8B9-23E5-4727-88C5-653AF830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B210A4-9F4E-4B00-B48E-E0C76080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4E4F75AE-BAE1-41F0-B00A-2A4472E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A5759539-582A-4E2E-AFAA-CEA3133D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19D14A14-EC76-4647-94E5-73D0BE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dry checking, careful alignment and surface preparation can improve the quality and durability of the Hose Reel Holder.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ACD0692E-7CAD-4F9A-93ED-7DA69AD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E130DF0C-B23F-4DE3-A008-30304658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C31600B1-5888-4D8B-BC85-3AA0290C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I dry check the parts first so I can correct fit or alignment before the joint becomes permanent. I remove burrs and contamination using the approved process so the teacher-approved finish can cover and protect the steel properly.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A5728DE4-2317-441C-890D-3C370478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D1DB18D1-E8AF-4B60-A835-9A622186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4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31D2D938-B2F9-4B43-A498-371A887B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6350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2026-08-16T10:43:09.8640000Z</dcterms:created>
  <dcterms:modified xsi:type="dcterms:W3CDTF">2026-08-16T10:43:09.8640000Z</dcterms:modified>
</coreProperties>
</file>