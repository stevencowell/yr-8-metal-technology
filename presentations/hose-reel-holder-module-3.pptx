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c462cc3664d14" /><Relationship Type="http://schemas.openxmlformats.org/officeDocument/2006/relationships/extended-properties" Target="/docProps/app.xml" Id="R5b4c124c0b294796" /><Relationship Type="http://schemas.openxmlformats.org/officeDocument/2006/relationships/officeDocument" Target="/ppt/presentation.xml" Id="R6b81d219f7fe44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592ac00be4c24"/>
  </p:sldMasterIdLst>
  <p:notesMasterIdLst>
    <p:notesMasterId xmlns:r="http://schemas.openxmlformats.org/officeDocument/2006/relationships" r:id="R50fe7a564f714776"/>
  </p:notesMasterIdLst>
  <p:sldIdLst>
    <p:sldId xmlns:r="http://schemas.openxmlformats.org/officeDocument/2006/relationships" id="256" r:id="R3aa23341efa94690"/>
    <p:sldId xmlns:r="http://schemas.openxmlformats.org/officeDocument/2006/relationships" id="257" r:id="Rc62b0d21c65b4726"/>
    <p:sldId xmlns:r="http://schemas.openxmlformats.org/officeDocument/2006/relationships" id="258" r:id="R1a95414b66d64bab"/>
    <p:sldId xmlns:r="http://schemas.openxmlformats.org/officeDocument/2006/relationships" id="259" r:id="R2355c6b3b8c94b0c"/>
    <p:sldId xmlns:r="http://schemas.openxmlformats.org/officeDocument/2006/relationships" id="260" r:id="Re6f0e5e8f35049e3"/>
    <p:sldId xmlns:r="http://schemas.openxmlformats.org/officeDocument/2006/relationships" id="261" r:id="R4fbe9f1dbf664565"/>
    <p:sldId xmlns:r="http://schemas.openxmlformats.org/officeDocument/2006/relationships" id="262" r:id="Rcf4c2d7345074c67"/>
    <p:sldId xmlns:r="http://schemas.openxmlformats.org/officeDocument/2006/relationships" id="263" r:id="R0aaa7df5acd543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3cd07b8dd34c7c" /><Relationship Type="http://schemas.openxmlformats.org/officeDocument/2006/relationships/slideMaster" Target="/ppt/slideMasters/slideMaster1.xml" Id="Rb26592ac00be4c24" /><Relationship Type="http://schemas.openxmlformats.org/officeDocument/2006/relationships/notesMaster" Target="/ppt/notesMasters/notesMaster1.xml" Id="R50fe7a564f714776" /><Relationship Type="http://schemas.openxmlformats.org/officeDocument/2006/relationships/presProps" Target="/ppt/presProps.xml" Id="Re2f8352f259d49b9" /><Relationship Type="http://schemas.openxmlformats.org/officeDocument/2006/relationships/tableStyles" Target="/ppt/tableStyles.xml" Id="R0cef7c7611ab4b66" /><Relationship Type="http://schemas.openxmlformats.org/officeDocument/2006/relationships/slide" Target="/ppt/slides/slide1.xml" Id="R3aa23341efa94690" /><Relationship Type="http://schemas.openxmlformats.org/officeDocument/2006/relationships/slide" Target="/ppt/slides/slide2.xml" Id="Rc62b0d21c65b4726" /><Relationship Type="http://schemas.openxmlformats.org/officeDocument/2006/relationships/slide" Target="/ppt/slides/slide3.xml" Id="R1a95414b66d64bab" /><Relationship Type="http://schemas.openxmlformats.org/officeDocument/2006/relationships/slide" Target="/ppt/slides/slide4.xml" Id="R2355c6b3b8c94b0c" /><Relationship Type="http://schemas.openxmlformats.org/officeDocument/2006/relationships/slide" Target="/ppt/slides/slide5.xml" Id="Re6f0e5e8f35049e3" /><Relationship Type="http://schemas.openxmlformats.org/officeDocument/2006/relationships/slide" Target="/ppt/slides/slide6.xml" Id="R4fbe9f1dbf664565" /><Relationship Type="http://schemas.openxmlformats.org/officeDocument/2006/relationships/slide" Target="/ppt/slides/slide7.xml" Id="Rcf4c2d7345074c67" /><Relationship Type="http://schemas.openxmlformats.org/officeDocument/2006/relationships/slide" Target="/ppt/slides/slide8.xml" Id="R0aaa7df5acd5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dd5d26c75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af8542b3db4c2b" /><Relationship Type="http://schemas.openxmlformats.org/officeDocument/2006/relationships/notesMaster" Target="/ppt/notesMasters/notesMaster1.xml" Id="R7cb243c5d54f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0d28a1e1e4b6a" /><Relationship Type="http://schemas.openxmlformats.org/officeDocument/2006/relationships/notesMaster" Target="/ppt/notesMasters/notesMaster1.xml" Id="Rdcd7f6e686ef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ac2bd82d334f5f" /><Relationship Type="http://schemas.openxmlformats.org/officeDocument/2006/relationships/notesMaster" Target="/ppt/notesMasters/notesMaster1.xml" Id="Ra13dbf6c3a61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874fa1c77d4439" /><Relationship Type="http://schemas.openxmlformats.org/officeDocument/2006/relationships/notesMaster" Target="/ppt/notesMasters/notesMaster1.xml" Id="R40df678fd10a40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779ba9e92e4a3d" /><Relationship Type="http://schemas.openxmlformats.org/officeDocument/2006/relationships/notesMaster" Target="/ppt/notesMasters/notesMaster1.xml" Id="Rb424f69e6558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158a8a386e478e" /><Relationship Type="http://schemas.openxmlformats.org/officeDocument/2006/relationships/notesMaster" Target="/ppt/notesMasters/notesMaster1.xml" Id="R06f7c096b71c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60974740b411f" /><Relationship Type="http://schemas.openxmlformats.org/officeDocument/2006/relationships/notesMaster" Target="/ppt/notesMasters/notesMaster1.xml" Id="R2d1f1bbb017c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aacb307c2a4f6a" /><Relationship Type="http://schemas.openxmlformats.org/officeDocument/2006/relationships/notesMaster" Target="/ppt/notesMasters/notesMaster1.xml" Id="Rd9265c2f0245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d8819f00a4f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6237e4093483c" /><Relationship Type="http://schemas.openxmlformats.org/officeDocument/2006/relationships/slideLayout" Target="/ppt/slideLayouts/slideLayout1.xml" Id="Rb41678019439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678019439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d7fa53a894041" /><Relationship Type="http://schemas.openxmlformats.org/officeDocument/2006/relationships/notesSlide" Target="/ppt/notesSlides/notesSlide1.xml" Id="R0fcf73b85380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5f77da37a431a" /><Relationship Type="http://schemas.openxmlformats.org/officeDocument/2006/relationships/notesSlide" Target="/ppt/notesSlides/notesSlide2.xml" Id="Rc4512df09369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1d16c1dba4a00" /><Relationship Type="http://schemas.openxmlformats.org/officeDocument/2006/relationships/notesSlide" Target="/ppt/notesSlides/notesSlide3.xml" Id="R6521269652b94d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fded9692740a6" /><Relationship Type="http://schemas.openxmlformats.org/officeDocument/2006/relationships/notesSlide" Target="/ppt/notesSlides/notesSlide4.xml" Id="R73020909361b45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e76fc8ddf47f5" /><Relationship Type="http://schemas.openxmlformats.org/officeDocument/2006/relationships/notesSlide" Target="/ppt/notesSlides/notesSlide5.xml" Id="Re56955a3ec17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2fba40cb747fc" /><Relationship Type="http://schemas.openxmlformats.org/officeDocument/2006/relationships/notesSlide" Target="/ppt/notesSlides/notesSlide6.xml" Id="R581433355214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5e3dd2f424dff" /><Relationship Type="http://schemas.openxmlformats.org/officeDocument/2006/relationships/notesSlide" Target="/ppt/notesSlides/notesSlide7.xml" Id="R8cf60a8436144c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a5610242f4453" /><Relationship Type="http://schemas.openxmlformats.org/officeDocument/2006/relationships/notesSlide" Target="/ppt/notesSlides/notesSlide8.xml" Id="Re80d202a358945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2716216F-172F-4399-ABBF-5D69F0B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136A606-56D9-40DE-9DE0-A64CC4D0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Cut, shape and drill under control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FB6D9C72-AD0F-4DC4-8231-74389CC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Secure the work, follow the demonstrated setup and recognise the warning signs that mean practical work must stop.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8037D68A-7C9C-4EA9-95D5-5F86A53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5–6</a:t>
            </a:r>
          </a:p>
        </p:txBody>
      </p:sp>
    </p:spTree>
    <p:extLst>
      <p:ext uri="{BB962C8B-B14F-4D97-AF65-F5344CB8AC3E}">
        <p14:creationId xmlns:p14="http://schemas.microsoft.com/office/powerpoint/2010/main" val="322163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65FD258-F14F-4ABA-B6A3-534432E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D32B71-DE2D-4235-8717-806396C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D72D1A-C908-4BBC-9AD4-1001731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7CE149A7-28A7-4001-8B4F-61B3114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7345C35E-2EA5-488B-83E0-4508CAF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4E816728-2E6C-4263-9D80-4368096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must the workpiece be secured before work begins?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000CB2E0-334C-4673-AC02-0EA85E2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F9EA4155-9A7C-4C31-A6E9-55200593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E6A5C5C3-36D6-46E6-88B0-A8AA8834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you do if the sound or movement changes?</a:t>
            </a:r>
          </a:p>
        </p:txBody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781AA86F-1C0A-4E8F-BED1-C4B9B7C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A69CB6F2-180A-4816-A530-8CB601E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9824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1036D43-0EB6-47A4-A06C-3EE315F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6E9EB1-DD93-4DBA-991E-DDC44294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517696-49FB-4370-8C51-1FB356A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B3AB779B-E4DD-4F5B-8A98-4B691DAA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710397DA-02AC-4609-B1F8-CFFAC81B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AB5ACFB2-94CC-4154-89FB-614464D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Control the workpiece before the tool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78D6CE0A-330D-4A70-9678-94DE1D2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0E1C5325-9E9E-46CF-A75D-F28608C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F23DF10B-9875-45DF-9B0D-79B750A8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Cutting and edge preparation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7B336119-B6E3-4628-A337-44C1756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53AD3CB7-DBB8-4399-891A-4C5A8AD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5E141DE-0814-4759-9E81-1304BC0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Forming with a planned sequence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8A1BA069-67DC-4AC6-8439-1BB7CB33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1929D197-99F0-433F-BECE-CA0AA591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4634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F2EF46D2-5A95-491A-8AC1-4AAFA408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6C8B3-BAAB-4CCF-97B4-367D706A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Control the workpiece before the tool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EBC432-6972-4767-BF8C-34D79A5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C2161B3E-5127-4898-964E-1B6B8F1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Safe and accurate metalwork begins by controlling the workpiece before using a tool.</a:t>
            </a:r>
          </a:p>
        </p:txBody>
      </p:sp>
      <p:sp>
        <p:nvSpPr>
          <p:cNvPr id="5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D1A96B2F-C9E6-4196-A1AB-534D1858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Cutting, filing, drilling and forming can leave sharp edges, hot surfaces and metal swarf.</a:t>
            </a:r>
          </a:p>
        </p:txBody>
      </p:sp>
      <p:sp>
        <p:nvSpPr>
          <p:cNvPr id="6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E2AB5F1D-CCE8-4AF9-BD48-80740F0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Secure the work first, then use the approved tool and setup.</a:t>
            </a:r>
          </a:p>
        </p:txBody>
      </p:sp>
      <p:sp>
        <p:nvSpPr>
          <p:cNvPr id="7" name="theory-1-callout-panel">
            <a:extLst xmlns:a="http://schemas.openxmlformats.org/drawingml/2006/main">
              <a:ext uri="{FF2B5EF4-FFF2-40B4-BE49-F238E27FC236}">
                <a16:creationId xmlns:a16="http://schemas.microsoft.com/office/drawing/2014/main" id="{1E0BCE25-1A8E-4EEB-B756-7F56182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1-callout">
            <a:extLst xmlns:a="http://schemas.openxmlformats.org/drawingml/2006/main">
              <a:ext uri="{FF2B5EF4-FFF2-40B4-BE49-F238E27FC236}">
                <a16:creationId xmlns:a16="http://schemas.microsoft.com/office/drawing/2014/main" id="{4FA335F1-14D0-48F1-9B52-03ADD30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Secure the work first, then use the approved tool and setup.</a:t>
            </a:r>
          </a:p>
        </p:txBody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D90E16B0-47D0-4E59-8624-9FA7D1C0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50420B0-F6BB-457F-867D-8C90457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0808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B4FFF4BF-63ED-47A4-944F-D794E8FE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A575E0-35EC-48FC-ABE5-AE1812F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Cutting and edge preparation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3D2E45-4736-4F31-928A-1CF58361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58239E8E-F336-493E-A924-98CFFC8E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the cutting tool and body position shown in the teacher demonstration.</a:t>
            </a:r>
          </a:p>
        </p:txBody>
      </p:sp>
      <p:sp>
        <p:nvSpPr>
          <p:cNvPr id="5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6B0BAE0A-541A-462D-8DB9-AAF92C9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After cutting, sharp edges and burrs must be treated using the demonstrated filing or finishing process.</a:t>
            </a:r>
          </a:p>
        </p:txBody>
      </p:sp>
      <p:sp>
        <p:nvSpPr>
          <p:cNvPr id="6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6F33BDDE-1A29-40A8-800F-6D2CB84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cut is not complete until the edge is safe for the next stage.</a:t>
            </a:r>
          </a:p>
        </p:txBody>
      </p:sp>
      <p:sp>
        <p:nvSpPr>
          <p:cNvPr id="7" name="theory-2-callout-panel">
            <a:extLst xmlns:a="http://schemas.openxmlformats.org/drawingml/2006/main">
              <a:ext uri="{FF2B5EF4-FFF2-40B4-BE49-F238E27FC236}">
                <a16:creationId xmlns:a16="http://schemas.microsoft.com/office/drawing/2014/main" id="{CEAC6CEB-2A15-425C-A86E-7A3FA59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2-callout">
            <a:extLst xmlns:a="http://schemas.openxmlformats.org/drawingml/2006/main">
              <a:ext uri="{FF2B5EF4-FFF2-40B4-BE49-F238E27FC236}">
                <a16:creationId xmlns:a16="http://schemas.microsoft.com/office/drawing/2014/main" id="{2BE5B365-2BCA-4F00-B2A3-2DB5892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 cut is not complete until the edge is safe for the next stage.</a:t>
            </a:r>
          </a:p>
        </p:txBody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35763CB6-EE95-43F7-94B9-840C8F5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F0FFD20B-ACD2-4E7C-BC46-05F6A216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8794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96E2BB8D-46A9-4207-8F16-53ABA7C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E56AA7-F804-42F4-BEE7-A64AE55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Forming with a planned sequence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855EAB-FFDE-4567-AF75-4F285B8E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F93987CA-52E6-4DE0-A3EB-2704DA6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Mark bend or forming locations from the issued plan and confirm which face, direction and sequence apply.</a:t>
            </a:r>
          </a:p>
        </p:txBody>
      </p:sp>
      <p:sp>
        <p:nvSpPr>
          <p:cNvPr id="5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1511AFAC-261A-4EC3-8564-BAEB8837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Forming changes the shape and can change how later features line up.</a:t>
            </a:r>
          </a:p>
        </p:txBody>
      </p:sp>
      <p:sp>
        <p:nvSpPr>
          <p:cNvPr id="6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D7A348F0-9ECF-4646-8C0E-90440DB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right sequence protects the accuracy created during marking-out.</a:t>
            </a:r>
          </a:p>
        </p:txBody>
      </p:sp>
      <p:sp>
        <p:nvSpPr>
          <p:cNvPr id="7" name="theory-3-callout-panel">
            <a:extLst xmlns:a="http://schemas.openxmlformats.org/drawingml/2006/main">
              <a:ext uri="{FF2B5EF4-FFF2-40B4-BE49-F238E27FC236}">
                <a16:creationId xmlns:a16="http://schemas.microsoft.com/office/drawing/2014/main" id="{DFADCE91-E3F0-4590-9F6E-A24D190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3-callout">
            <a:extLst xmlns:a="http://schemas.openxmlformats.org/drawingml/2006/main">
              <a:ext uri="{FF2B5EF4-FFF2-40B4-BE49-F238E27FC236}">
                <a16:creationId xmlns:a16="http://schemas.microsoft.com/office/drawing/2014/main" id="{5A68B8EB-E23A-4F7C-AA0B-4A2A8F5E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 right sequence protects the accuracy created during marking-out.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2AF78987-B16E-4B64-AC55-C28F3F3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46C45648-6CB6-4C88-BC49-2AA8AD3D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173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256A8C4D-B27A-49A7-B7F6-7E6AE79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18565E-92CC-4361-BDBB-EE27EC5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E5135D-B697-4BE4-9FF8-F89F12C9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A7D2E73F-A31C-4D27-90B0-D5F445D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EBC24FF5-31B9-4A74-836E-EF46351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B9CB865C-E297-45A3-AD9E-58C5260A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must the workpiece be secured before work begins?</a:t>
            </a:r>
          </a:p>
        </p:txBody>
      </p:sp>
      <p:sp>
        <p:nvSpPr>
          <p:cNvPr id="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CD22610-882A-40EF-A355-FD71E3F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C06770F6-E8EC-4A33-8EE0-3169970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94344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774B0A06-0D87-4B40-A9C4-8F317D4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4DEF4C-9B93-4D6E-A949-9435963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C35160-4C30-4994-B319-62C9808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12B19B3E-EB6F-405C-9713-A73CDE8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83C79FA6-B454-4AD2-BDF5-7F7D3B3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AF2D5E68-7426-46C8-9D6E-7EFF90F3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securing the workpiece, using a balanced body position and stopping when something changes can reduce risk during metalwork.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4CBD98EF-A842-4D3F-B572-6FE7BDA0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F34A3C7A-554F-4707-AD70-AF2E6EB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CACB64B3-E166-479F-93DC-DE743B49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I secure and support the metal so it cannot slip, spin, vibrate or fall. I use a balanced position and keep my body away from the tool’s likely path. If the sound or movement changes, I stop safely and tell the teacher before continuing.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9BC547C2-B408-442E-95C9-EB00406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2395B3EB-2AD9-4F46-A99C-9D3B2E57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3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0866856-B20F-4F50-8102-CCC489D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127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2026-08-16T10:43:08.8840000Z</dcterms:created>
  <dcterms:modified xsi:type="dcterms:W3CDTF">2026-08-16T10:43:08.8840000Z</dcterms:modified>
</coreProperties>
</file>